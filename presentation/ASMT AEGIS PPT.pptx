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63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A.S.M.T. HACKATHON 2K26     ·     TEAM BHAND CODERS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76072" y="109728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ASMT AEGIS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emergency response for a three-block college.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a QR code, hold one button — the right responder is paged in seconds, with the urgency already judged.</a:t>
            </a:r>
            <a:endParaRPr lang="en-US" sz="1500" dirty="0"/>
          </a:p>
        </p:txBody>
      </p:sp>
      <p:pic>
        <p:nvPicPr>
          <p:cNvPr id="6" name="Image 0" descr="C:\Users\mehta\AppData\Local\Temp\claude\c--Users-mehta-OneDrive-Desktop-Vibhor\e4bf9914-7cf6-4b99-a4ac-c02ee6891b3d\scratchpad\deck5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713232"/>
            <a:ext cx="2532888" cy="51835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206240"/>
            <a:ext cx="2639568" cy="178308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352544"/>
            <a:ext cx="2273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590288"/>
            <a:ext cx="2273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Bhand</a:t>
            </a:r>
            <a:r>
              <a:rPr lang="en-US" sz="20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Coders</a:t>
            </a:r>
            <a:r>
              <a:rPr lang="en-IN" sz="20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🍁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80816" y="4206240"/>
            <a:ext cx="2639568" cy="178308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63696" y="4352544"/>
            <a:ext cx="2273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63696" y="4206240"/>
            <a:ext cx="2310384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Vibhor Mehta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Devanshu Gupta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Sunny Gujjar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72786" y="4206240"/>
            <a:ext cx="2639568" cy="178308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4432" y="4352544"/>
            <a:ext cx="2273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NOW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04432" y="4113735"/>
            <a:ext cx="2355088" cy="1783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asmt-aegis.vercel.app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Anangpuria School of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&amp; Technology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2823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</a:t>
            </a:r>
            <a:r>
              <a:rPr lang="en-US" sz="1000" dirty="0" err="1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Bhand</a:t>
            </a: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Coders</a:t>
            </a:r>
            <a:r>
              <a:rPr lang="en-IN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060704" y="301752"/>
            <a:ext cx="7799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What ASMT Aegis does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08792" cy="23774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282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Bhand Coders   ·   asmt-aegis.vercel.app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87552"/>
            <a:ext cx="10908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app. Report in 15 seconds, and the right responder is paged automatically.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3477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81328"/>
            <a:ext cx="3477768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82496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a QR, no typing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975104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codes posted in every block open the report form with the block and floor already filled 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5592" y="1481328"/>
            <a:ext cx="3477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5592" y="1481328"/>
            <a:ext cx="3477768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6760" y="1682496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SOS for two seconds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6760" y="1975104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emergency type, describe it by typing or voice, add a photo, and hold the red button. No login needed.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71104" y="1481328"/>
            <a:ext cx="3477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1104" y="1481328"/>
            <a:ext cx="3477768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2272" y="1682496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Urgency judged automatically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2272" y="1975104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rule engine plus an AI second opinion marks it Critical, Urgent or Normal before anyone reads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054096"/>
            <a:ext cx="3477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054096"/>
            <a:ext cx="3477768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255264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Paged on Telegram instantly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3547872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Medical, security or warden for that block gets the alert instantly. No answer in 60 seconds? It escalates by itself.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55592" y="3054096"/>
            <a:ext cx="3477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5592" y="3054096"/>
            <a:ext cx="3477768" cy="411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6760" y="3255264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Reporter sees it live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56760" y="3547872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timeline shows classified, notified, acknowledged, and an ETA once a responder accepts.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138928"/>
            <a:ext cx="10908792" cy="731520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138928"/>
            <a:ext cx="4572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184648"/>
            <a:ext cx="10506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with the AI down, a responder offline, or no network at all. Call Security and SMS fallbacks are one tap away on every screen.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060704" y="301752"/>
            <a:ext cx="7799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How a report becomes a response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39912" y="411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TO END IN UNDER A MINUTE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86384"/>
            <a:ext cx="10908792" cy="23774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282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Bhand Coders   ·   asmt-aegis.vercel.app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1665732" cy="228600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41732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173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13365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139696"/>
            <a:ext cx="13365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QR code posted in the block opens the form with the location already filled in.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14956" y="21945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8692" y="1234440"/>
            <a:ext cx="1665732" cy="228600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3284" y="141732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3284" y="14173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3284" y="1828800"/>
            <a:ext cx="13365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3284" y="2139696"/>
            <a:ext cx="13365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type, describe it by typing or voice, add a photo. Hold SOS for two seconds.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63568" y="21945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7304" y="1234440"/>
            <a:ext cx="1665732" cy="228600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1896" y="141732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1896" y="14173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01896" y="1828800"/>
            <a:ext cx="13365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01896" y="2139696"/>
            <a:ext cx="13365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engine runs first and always. AI adds a second opinion under a 4-second timeout.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12180" y="21945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5916" y="1234440"/>
            <a:ext cx="1665732" cy="228600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0508" y="141732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0508" y="14173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0508" y="1828800"/>
            <a:ext cx="13365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0508" y="2139696"/>
            <a:ext cx="13365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alert to the on-duty responders for that block and role.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0792" y="21945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34528" y="1234440"/>
            <a:ext cx="1665732" cy="228600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99120" y="141732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9120" y="14173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99120" y="1828800"/>
            <a:ext cx="13365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99120" y="2139696"/>
            <a:ext cx="13365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reporter watches the live timeline and sees an ETA once someone accepts.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09404" y="21945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883140" y="1234440"/>
            <a:ext cx="1665732" cy="228600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47732" y="141732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47732" y="14173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47732" y="1828800"/>
            <a:ext cx="13365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047732" y="2139696"/>
            <a:ext cx="13365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acknowledgement in 60 seconds? It pages the next tier by itself.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" y="3886200"/>
            <a:ext cx="4114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" y="3849624"/>
            <a:ext cx="2430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15s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86384" y="4343400"/>
            <a:ext cx="24300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file a report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17570" y="3886200"/>
            <a:ext cx="4114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3874" y="3849624"/>
            <a:ext cx="2430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3563874" y="4343400"/>
            <a:ext cx="24300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tiers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95060" y="3886200"/>
            <a:ext cx="4114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1364" y="3849624"/>
            <a:ext cx="2430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341364" y="4343400"/>
            <a:ext cx="24300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languages, spoken and understood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972550" y="3886200"/>
            <a:ext cx="4114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18854" y="3849624"/>
            <a:ext cx="2430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9118854" y="4343400"/>
            <a:ext cx="24300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logins needed to report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5138928"/>
            <a:ext cx="10908792" cy="731520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" y="5138928"/>
            <a:ext cx="4572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" y="5184648"/>
            <a:ext cx="10506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degrades gracefully: classification survives the AI being down, alerts survive a responder being offline, and the report itself survives having no network at all.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060704" y="301752"/>
            <a:ext cx="7799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app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39912" y="411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FROM THE LIVE DEPLOYMENT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86384"/>
            <a:ext cx="10908792" cy="23774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282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</a:t>
            </a:r>
            <a:r>
              <a:rPr lang="en-US" sz="1000" dirty="0" err="1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Bhand</a:t>
            </a: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Coders</a:t>
            </a:r>
            <a:r>
              <a:rPr lang="en-IN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🍁</a:t>
            </a: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asmt-aegis.vercel.app</a:t>
            </a:r>
            <a:endParaRPr lang="en-US" sz="1000" dirty="0"/>
          </a:p>
        </p:txBody>
      </p:sp>
      <p:pic>
        <p:nvPicPr>
          <p:cNvPr id="7" name="Image 0" descr="C:\Users\mehta\AppData\Local\Temp\claude\c--Users-mehta-OneDrive-Desktop-Vibhor\e4bf9914-7cf6-4b99-a4ac-c02ee6891b3d\scratchpad\deck5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24128"/>
            <a:ext cx="1921279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5065776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5321808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oversized action</a:t>
            </a:r>
            <a:endParaRPr lang="en-US" sz="1000" dirty="0"/>
          </a:p>
        </p:txBody>
      </p:sp>
      <p:pic>
        <p:nvPicPr>
          <p:cNvPr id="10" name="Image 1" descr="C:\Users\mehta\AppData\Local\Temp\claude\c--Users-mehta-OneDrive-Desktop-Vibhor\e4bf9914-7cf6-4b99-a4ac-c02ee6891b3d\scratchpad\deck5\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918" y="1024128"/>
            <a:ext cx="1921279" cy="3931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5878" y="5065776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an emergency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15878" y="5321808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pre-filled by QR</a:t>
            </a:r>
            <a:endParaRPr lang="en-US" sz="1000" dirty="0"/>
          </a:p>
        </p:txBody>
      </p:sp>
      <p:pic>
        <p:nvPicPr>
          <p:cNvPr id="13" name="Image 2" descr="C:\Users\mehta\AppData\Local\Temp\claude\c--Users-mehta-OneDrive-Desktop-Vibhor\e4bf9914-7cf6-4b99-a4ac-c02ee6891b3d\scratchpad\deck5\safewal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755" y="1024128"/>
            <a:ext cx="1921279" cy="3931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11715" y="5065776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Walk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11715" y="5321808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timer that alarms on silence</a:t>
            </a:r>
            <a:endParaRPr lang="en-US" sz="1000" dirty="0"/>
          </a:p>
        </p:txBody>
      </p:sp>
      <p:pic>
        <p:nvPicPr>
          <p:cNvPr id="16" name="Image 3" descr="C:\Users\mehta\AppData\Local\Temp\claude\c--Users-mehta-OneDrive-Desktop-Vibhor\e4bf9914-7cf6-4b99-a4ac-c02ee6891b3d\scratchpad\deck5\accessi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7593" y="1024128"/>
            <a:ext cx="1921279" cy="3931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07553" y="5065776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307553" y="5321808"/>
            <a:ext cx="2561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voice, large text, contrast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on iOS and Android — no app store. Anonymous reporting, optional photo evidence, and voice input for anyone who cannot type or see the screen.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060704" y="301752"/>
            <a:ext cx="7799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part that makes it smart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39912" y="411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THE PART THAT MAKES IT RELIABLE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86384"/>
            <a:ext cx="10908792" cy="23774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282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Bhand Coders   ·   asmt-aegis.vercel.app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STAGES, AND THE RULE THAT COMBINES THEM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5852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56"/>
              </a:lnSpc>
              <a:buSzPct val="100000"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— rule engine.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deterministic keyword scan that always runs and cannot fail. Reads English, Hindi (Devanagari) and romanised Hinglish, so “बेहोश” and “behosh” both trigger critical.</a:t>
            </a:r>
            <a:endParaRPr lang="en-US" sz="1500" dirty="0"/>
          </a:p>
          <a:p>
            <a:pPr marL="0" indent="0">
              <a:lnSpc>
                <a:spcPts val="1656"/>
              </a:lnSpc>
              <a:buNone/>
            </a:pPr>
            <a:endParaRPr lang="en-US" sz="1500" dirty="0"/>
          </a:p>
          <a:p>
            <a:pPr marL="0" indent="0">
              <a:lnSpc>
                <a:spcPts val="1656"/>
              </a:lnSpc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— AI second opinion.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prompt with the type, description, location and time, under a hard 4-second timeout. Provider swappable between OpenAI and Anthropic with one environment variable.</a:t>
            </a:r>
            <a:endParaRPr lang="en-US" sz="1500" dirty="0"/>
          </a:p>
          <a:p>
            <a:pPr marL="0" indent="0">
              <a:lnSpc>
                <a:spcPts val="1656"/>
              </a:lnSpc>
              <a:buNone/>
            </a:pPr>
            <a:endParaRPr lang="en-US" sz="1500" dirty="0"/>
          </a:p>
          <a:p>
            <a:pPr marL="0" indent="0">
              <a:lnSpc>
                <a:spcPts val="1656"/>
              </a:lnSpc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= MAX(rule, ai).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can raise a report's priority, but it can never talk the system down from a rule-matched emergency.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5852160" cy="1051560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343400"/>
            <a:ext cx="4572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4389120"/>
            <a:ext cx="54498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AI key ran out of credit mid-build. The alert still went out, correctly marked CRITICAL — because the rule engine never depended on it. That is the design working, not a lucky escape.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005840"/>
            <a:ext cx="4690872" cy="4389120"/>
          </a:xfrm>
          <a:prstGeom prst="rect">
            <a:avLst/>
          </a:prstGeom>
          <a:solidFill>
            <a:srgbClr val="F7F6F5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7456" y="1188720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OUTPUT FROM THE DEPLOYED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77456" y="1481328"/>
            <a:ext cx="4251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 "Student collapsed near the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stairs and is not breathing"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rule_priority    critical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rule_matched     ["not breathing",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"collapsed"]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ai_priority      null   (429, no credit)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final_priority   critical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         delivered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same pipeline, Hindi ──────────────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 "छात्र बेहोश है और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खून बह रहा है"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rule_priority    critical</a:t>
            </a:r>
            <a:endParaRPr lang="en-US" sz="10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5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final_priority   critical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060704" y="301752"/>
            <a:ext cx="7799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responder side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39912" y="411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ALERT ACTUALLY LANDS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86384"/>
            <a:ext cx="10908792" cy="23774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282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Bhand Coders   ·   asmt-aegis.vercel.app</a:t>
            </a:r>
            <a:endParaRPr lang="en-US" sz="1000" dirty="0"/>
          </a:p>
        </p:txBody>
      </p:sp>
      <p:pic>
        <p:nvPicPr>
          <p:cNvPr id="7" name="Image 0" descr="C:\Users\mehta\AppData\Local\Temp\claude\c--Users-mehta-OneDrive-Desktop-Vibhor\e4bf9914-7cf6-4b99-a4ac-c02ee6891b3d\scratchpad\deck5\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08" y="1024128"/>
            <a:ext cx="2278726" cy="4663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39" y="5801868"/>
            <a:ext cx="2465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incident board</a:t>
            </a:r>
            <a:endParaRPr lang="en-US" sz="1050" dirty="0"/>
          </a:p>
        </p:txBody>
      </p:sp>
      <p:pic>
        <p:nvPicPr>
          <p:cNvPr id="9" name="Image 1" descr="C:\Users\mehta\AppData\Local\Temp\claude\c--Users-mehta-OneDrive-Desktop-Vibhor\e4bf9914-7cf6-4b99-a4ac-c02ee6891b3d\scratchpad\deck5\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495" y="1024128"/>
            <a:ext cx="2278726" cy="4663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29210" y="5815584"/>
            <a:ext cx="2465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analytics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342070" y="1024128"/>
            <a:ext cx="6443530" cy="5159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584"/>
              </a:lnSpc>
              <a:buSzPct val="100000"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 by priority, then by who has waited longest.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cards flash and sound a looping alarm until someone acknowledges.</a:t>
            </a: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 captures the responder's position,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reporter immediately sees a real distance-based ETA instead of an open-ended “on the way”.</a:t>
            </a: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Interrupts staff on any screen.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signed-in responder gets a takeover alert and an OS notification wherever they are in the app — one tap to the incident.</a:t>
            </a: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grouping.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people reporting one fire produce one alert, shown as “Confirmed by 5 people” — not five separate pages.</a:t>
            </a: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that matter operationally: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time to acknowledge and to resolve, broken down by block, type and hour of day.</a:t>
            </a: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endParaRPr lang="en-US" sz="15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5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generator built in </a:t>
            </a:r>
            <a:r>
              <a:rPr lang="en-US" sz="15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print every location code, four to a page, and post them around campus.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060704" y="301752"/>
            <a:ext cx="7799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Designed for the day it fails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39912" y="411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RESILIENCE AND ACCESS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786384"/>
            <a:ext cx="10908792" cy="23774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282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</a:t>
            </a:r>
            <a:r>
              <a:rPr lang="en-US" sz="1000" dirty="0" err="1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Bhand</a:t>
            </a: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Coders   ·   </a:t>
            </a:r>
            <a:r>
              <a:rPr lang="en-US" sz="1000" dirty="0" err="1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asmt-aegis.vercel.app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024128"/>
            <a:ext cx="3477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207008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NETWORK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63040"/>
            <a:ext cx="3075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outbox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755648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failed report is stored in IndexedDB and sends itself the moment signal returns.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5592" y="1024128"/>
            <a:ext cx="3477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556760" y="1207008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 AT 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6760" y="1463040"/>
            <a:ext cx="3075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and SMS fallback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6760" y="1755648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permanent Call Security bar and a pre-filled emergency SMS, both working on cellular voice.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71104" y="1024128"/>
            <a:ext cx="3477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2272" y="1207008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BLOCKED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2272" y="1463040"/>
            <a:ext cx="3075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Triple-redundant sync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2272" y="1755648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Realtime, plus a resync on every reconnect, plus polling. The screen cannot silently freeze.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072384"/>
            <a:ext cx="3477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255264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UNAVAILABLE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511296"/>
            <a:ext cx="3075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engine carries 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803904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never depends on a third-party API being up or funded.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55592" y="3072384"/>
            <a:ext cx="3477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6760" y="3255264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SEE THE SCREEN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6760" y="3511296"/>
            <a:ext cx="3075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accessibility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6760" y="3803904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read aloud in Hindi or English, dictation instead of typing, large text and high contrast.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71104" y="3072384"/>
            <a:ext cx="3477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2272" y="3255264"/>
            <a:ext cx="3075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ASK FOR HELP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2272" y="3511296"/>
            <a:ext cx="3075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Walk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2272" y="3803904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missed check-in raises a critical incident automatically at the walker's last known position.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248656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Lighthouse on the live site:  97 performance  ·  100 accessibility  ·  100 best practices  ·  100 SEO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060704" y="301752"/>
            <a:ext cx="7799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Built with, and how to try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786384"/>
            <a:ext cx="10908792" cy="23774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282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  ·   </a:t>
            </a:r>
            <a:r>
              <a:rPr lang="en-US" sz="1000" dirty="0" err="1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Bhand</a:t>
            </a:r>
            <a:r>
              <a:rPr lang="en-US" sz="1000" dirty="0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Coders   ·   </a:t>
            </a:r>
            <a:r>
              <a:rPr lang="en-US" sz="1000" dirty="0" err="1">
                <a:solidFill>
                  <a:srgbClr val="8A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asmt-aegis.vercel.app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89888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1609344"/>
            <a:ext cx="2496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· TypeScript · Tailwind CSS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1298448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389888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58184" y="1609344"/>
            <a:ext cx="2496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 · Row Level Security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084832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176272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2395728"/>
            <a:ext cx="2496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Realtime + polling fallback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2084832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2176272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58184" y="2395728"/>
            <a:ext cx="2496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/ Anthropic, swappable by env var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871216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962656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" y="3182112"/>
            <a:ext cx="2496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 API, routed by block and role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11880" y="2871216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2962656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58184" y="3182112"/>
            <a:ext cx="2496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PWA, deployed on Vercel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WORKING, END TO 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133088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512"/>
              </a:lnSpc>
              <a:buSzPct val="100000"/>
            </a:pPr>
            <a:r>
              <a:rPr lang="en-US" sz="14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Rule-engine classification in English, Hindi and Hinglish</a:t>
            </a:r>
            <a:endParaRPr lang="en-US" sz="1400" dirty="0"/>
          </a:p>
          <a:p>
            <a:pPr marL="0" indent="0">
              <a:lnSpc>
                <a:spcPts val="1512"/>
              </a:lnSpc>
              <a:buNone/>
            </a:pPr>
            <a:endParaRPr lang="en-US" sz="1400" dirty="0"/>
          </a:p>
          <a:p>
            <a:pPr marL="0" indent="0">
              <a:lnSpc>
                <a:spcPts val="1512"/>
              </a:lnSpc>
              <a:buNone/>
            </a:pPr>
            <a:r>
              <a:rPr lang="en-US" sz="14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alerts, three-tier auto-escalation, duplicate grouping</a:t>
            </a:r>
            <a:endParaRPr lang="en-US" sz="1400" dirty="0"/>
          </a:p>
          <a:p>
            <a:pPr marL="0" indent="0">
              <a:lnSpc>
                <a:spcPts val="1512"/>
              </a:lnSpc>
              <a:buNone/>
            </a:pPr>
            <a:endParaRPr lang="en-US" sz="1400" dirty="0"/>
          </a:p>
          <a:p>
            <a:pPr marL="0" indent="0">
              <a:lnSpc>
                <a:spcPts val="1512"/>
              </a:lnSpc>
              <a:buNone/>
            </a:pPr>
            <a:r>
              <a:rPr lang="en-US" sz="14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tracking, responder ETA, Safe Walk, offline outbox, analytics</a:t>
            </a:r>
            <a:endParaRPr lang="en-US" sz="1400" dirty="0"/>
          </a:p>
          <a:p>
            <a:pPr marL="0" indent="0">
              <a:lnSpc>
                <a:spcPts val="1512"/>
              </a:lnSpc>
              <a:buNone/>
            </a:pPr>
            <a:endParaRPr lang="en-US" sz="1400" dirty="0"/>
          </a:p>
          <a:p>
            <a:pPr marL="0" indent="0">
              <a:lnSpc>
                <a:spcPts val="1512"/>
              </a:lnSpc>
              <a:buNone/>
            </a:pPr>
            <a:r>
              <a:rPr lang="en-US" sz="14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deep links, anonymous reporting, photo and voice input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1005840"/>
            <a:ext cx="4782312" cy="2514600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4304" y="1207008"/>
            <a:ext cx="4306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IN 60 SECONDS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04304" y="1517904"/>
            <a:ext cx="43068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Open asmt-aegis.vercel.app on your phone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  Tap Report, choose a type, describe it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  Hold SOS for two seconds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  Watch it classify and notify, live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  Open /dashboard and tap Acknowledge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3703320"/>
            <a:ext cx="478231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3895344"/>
            <a:ext cx="4306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BHAND CODERS</a:t>
            </a:r>
            <a:r>
              <a:rPr lang="en-IN" sz="1100" b="1" kern="0" spc="150" dirty="0">
                <a:solidFill>
                  <a:srgbClr val="8A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04304" y="4169664"/>
            <a:ext cx="4306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Vibhor Mehta</a:t>
            </a:r>
            <a:endParaRPr lang="en-US" sz="14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Devanshu Gupta</a:t>
            </a:r>
            <a:endParaRPr lang="en-US" sz="14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Sunny Gujjar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04304" y="523036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Anangpuria School of Management and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1313</Words>
  <Application>Microsoft Office PowerPoint</Application>
  <PresentationFormat>Widescreen</PresentationFormat>
  <Paragraphs>192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Consolas</vt:lpstr>
      <vt:lpstr>Segoe UI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Anangpuria School of Management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ASMT Aegis</dc:title>
  <dc:subject>A.S.M.T. Hackathon 2K26</dc:subject>
  <dc:creator>Bhand Coders</dc:creator>
  <cp:lastModifiedBy>Vibhor Mehta</cp:lastModifiedBy>
  <cp:revision>9</cp:revision>
  <dcterms:created xsi:type="dcterms:W3CDTF">2026-09-17T10:56:21Z</dcterms:created>
  <dcterms:modified xsi:type="dcterms:W3CDTF">2026-09-17T11:40:20Z</dcterms:modified>
</cp:coreProperties>
</file>