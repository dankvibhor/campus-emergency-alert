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A.S.M.T. HACKATHON 2K26  ·  TEAM BHAND CODERS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1078992"/>
            <a:ext cx="110550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ASMT Aegis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566928" y="2487168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campus emergency response system. Scan a QR code, hold one button, and the right responder is alerted in seconds — with the urgency already judged.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4041648"/>
            <a:ext cx="3550920" cy="1883664"/>
          </a:xfrm>
          <a:prstGeom prst="rect">
            <a:avLst/>
          </a:prstGeom>
          <a:solidFill>
            <a:srgbClr val="F6F5F4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187952"/>
            <a:ext cx="3185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582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4443984"/>
            <a:ext cx="318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Bhand Coders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19016" y="4041648"/>
            <a:ext cx="3550920" cy="1883664"/>
          </a:xfrm>
          <a:prstGeom prst="rect">
            <a:avLst/>
          </a:prstGeom>
          <a:solidFill>
            <a:srgbClr val="F6F5F4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1896" y="4187952"/>
            <a:ext cx="3185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582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01896" y="4462272"/>
            <a:ext cx="3185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Vibhor Mehta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Devanshu Gupta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Sunny Gujjar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71104" y="4041648"/>
            <a:ext cx="3550920" cy="1883664"/>
          </a:xfrm>
          <a:prstGeom prst="rect">
            <a:avLst/>
          </a:prstGeom>
          <a:solidFill>
            <a:srgbClr val="F6F5F4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3984" y="4187952"/>
            <a:ext cx="3185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582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53984" y="4462272"/>
            <a:ext cx="3185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asmt-aegis.vercel.app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Anangpuria School of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&amp; Technology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· Bhand Coders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69848" y="310896"/>
            <a:ext cx="8311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55096" cy="25603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· Bhand Coders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6492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846"/>
              </a:lnSpc>
              <a:buSzPct val="100000"/>
              <a:buChar char="–"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knows the number.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an emergency a student opens their contacts and hunts for a warden's number they never saved.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message loses the details.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phone call leaves no record of which block, which floor, or what was said.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is equally urgent.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sprained ankle and someone who has stopped breathing arrive on the same WhatsApp group, in the same font.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one owns it.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first person paged is teaching, in a meeting, or asleep, nothing escalates — the report just sits there.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reporter is left blind.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have no idea whether help is coming, so they call again, and again.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234440"/>
            <a:ext cx="4306824" cy="1417320"/>
          </a:xfrm>
          <a:prstGeom prst="rect">
            <a:avLst/>
          </a:prstGeom>
          <a:solidFill>
            <a:srgbClr val="FDEC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234440"/>
            <a:ext cx="45720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16368" y="1289304"/>
            <a:ext cx="3922776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operates across three blocks — Main, Academic and Hostel. A responder on the wrong side of campus is minutes away from someone who may have seconds.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2880360"/>
            <a:ext cx="43068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Aegis targets the gap between something has happened and the right person knows, and has said they are coming.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69848" y="310896"/>
            <a:ext cx="8311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55096" cy="25603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· Bhand Coders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143000"/>
            <a:ext cx="41148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106424"/>
            <a:ext cx="246659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15s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13232" y="1636776"/>
            <a:ext cx="24665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file a report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0994" y="1143000"/>
            <a:ext cx="41148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7298" y="1106424"/>
            <a:ext cx="246659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27298" y="1636776"/>
            <a:ext cx="24665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tiers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5060" y="1143000"/>
            <a:ext cx="41148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1364" y="1106424"/>
            <a:ext cx="246659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41364" y="1636776"/>
            <a:ext cx="24665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languages, spoken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09126" y="1143000"/>
            <a:ext cx="41148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5430" y="1106424"/>
            <a:ext cx="246659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55430" y="1636776"/>
            <a:ext cx="24665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Lighthouse accessibility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377440"/>
            <a:ext cx="11055096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846"/>
              </a:lnSpc>
              <a:buSzPct val="100000"/>
              <a:buChar char="–"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installable web app —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store, no download. Judges scan a QR and it opens on their own phone.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codes posted on every block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pre-fill the location, so a panicking student never picks from a dropdown.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Urgency is judged automatically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a rule engine plus an AI second opinion, and the more severe verdict wins.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right responder is paged on Telegram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block and role, escalating through tiers if nobody answers.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reporter watches it happen live —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classified, notified, acknowledged, with an ETA.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69848" y="310896"/>
            <a:ext cx="8311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The 60-second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878824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60" kern="0" dirty="0">
                <a:solidFill>
                  <a:srgbClr val="8582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THIS ORDER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1055096" cy="25603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· Bhand Coders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11055096" cy="566928"/>
          </a:xfrm>
          <a:prstGeom prst="rect">
            <a:avLst/>
          </a:prstGeom>
          <a:solidFill>
            <a:srgbClr val="F6F5F4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271016"/>
            <a:ext cx="310896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271016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33856" y="11887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the printed QR code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33856" y="1417320"/>
            <a:ext cx="10232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form opens with block and floor already filled in. No typing.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1810512"/>
            <a:ext cx="11055096" cy="566928"/>
          </a:xfrm>
          <a:prstGeom prst="rect">
            <a:avLst/>
          </a:prstGeom>
          <a:solidFill>
            <a:srgbClr val="F6F5F4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947672"/>
            <a:ext cx="310896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947672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33856" y="186537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Fire, describe it — or speak it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3856" y="2093976"/>
            <a:ext cx="10232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emergency types, two columns, thumb-reachable. Voice input for hands-free.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2487168"/>
            <a:ext cx="11055096" cy="566928"/>
          </a:xfrm>
          <a:prstGeom prst="rect">
            <a:avLst/>
          </a:prstGeom>
          <a:solidFill>
            <a:srgbClr val="F6F5F4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624328"/>
            <a:ext cx="310896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624328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3856" y="25420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SOS for two seconds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3856" y="2770632"/>
            <a:ext cx="10232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ring fills around the button. Buzz on Android, beep and pulse on iOS.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163824"/>
            <a:ext cx="11055096" cy="566928"/>
          </a:xfrm>
          <a:prstGeom prst="rect">
            <a:avLst/>
          </a:prstGeom>
          <a:solidFill>
            <a:srgbClr val="F6F5F4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300984"/>
            <a:ext cx="310896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300984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3856" y="32186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fires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3856" y="3447288"/>
            <a:ext cx="10232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alert with block, floor, description and a link to the incident.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3840480"/>
            <a:ext cx="11055096" cy="566928"/>
          </a:xfrm>
          <a:prstGeom prst="rect">
            <a:avLst/>
          </a:prstGeom>
          <a:solidFill>
            <a:srgbClr val="F6F5F4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3977640"/>
            <a:ext cx="310896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977640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33856" y="389534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appears on the dashboard by itself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3856" y="4123944"/>
            <a:ext cx="10232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refresh. Card flashing red, alarm sounding, escalation counting down.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4517136"/>
            <a:ext cx="11055096" cy="566928"/>
          </a:xfrm>
          <a:prstGeom prst="rect">
            <a:avLst/>
          </a:prstGeom>
          <a:solidFill>
            <a:srgbClr val="F6F5F4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" y="4654296"/>
            <a:ext cx="310896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654296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33856" y="45720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Responder taps Acknowledge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33856" y="4800600"/>
            <a:ext cx="10232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Alarm stops, and the reporter's phone updates instantly with an ETA.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" y="5230368"/>
            <a:ext cx="11055096" cy="749808"/>
          </a:xfrm>
          <a:prstGeom prst="rect">
            <a:avLst/>
          </a:prstGeom>
          <a:solidFill>
            <a:srgbClr val="FDEC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5230368"/>
            <a:ext cx="4572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5285232"/>
            <a:ext cx="10671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line to close on: every step degrades gracefully. Classification works with the AI provider down, alerts work with a responder offline, and the report survives having no network at all.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69848" y="310896"/>
            <a:ext cx="8311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The app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878824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60" kern="0" dirty="0">
                <a:solidFill>
                  <a:srgbClr val="8582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CAPTURED LIVE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1055096" cy="25603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· Bhand Coders</a:t>
            </a:r>
            <a:endParaRPr lang="en-US" sz="900" dirty="0"/>
          </a:p>
        </p:txBody>
      </p:sp>
      <p:pic>
        <p:nvPicPr>
          <p:cNvPr id="7" name="Image 0" descr="C:\Users\mehta\AppData\Local\Temp\claude\c--Users-mehta-OneDrive-Desktop-Vibhor\e4bf9914-7cf6-4b99-a4ac-c02ee6891b3d\scratchpad\shot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15568"/>
            <a:ext cx="2240280" cy="4764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592531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612648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oversized action. Everything else is secondary.</a:t>
            </a:r>
            <a:endParaRPr lang="en-US" sz="950" dirty="0"/>
          </a:p>
        </p:txBody>
      </p:sp>
      <p:pic>
        <p:nvPicPr>
          <p:cNvPr id="10" name="Image 1" descr="C:\Users\mehta\AppData\Local\Temp\claude\c--Users-mehta-OneDrive-Desktop-Vibhor\e4bf9914-7cf6-4b99-a4ac-c02ee6891b3d\scratchpad\shots\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115568"/>
            <a:ext cx="2240280" cy="4764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5200" y="592531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05200" y="612648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 pre-filled by QR. Six types, voice input, optional photo.</a:t>
            </a:r>
            <a:endParaRPr lang="en-US" sz="950" dirty="0"/>
          </a:p>
        </p:txBody>
      </p:sp>
      <p:pic>
        <p:nvPicPr>
          <p:cNvPr id="13" name="Image 2" descr="C:\Users\mehta\AppData\Local\Temp\claude\c--Users-mehta-OneDrive-Desktop-Vibhor\e4bf9914-7cf6-4b99-a4ac-c02ee6891b3d\scratchpad\shots\safewa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472" y="1115568"/>
            <a:ext cx="2240280" cy="47640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3472" y="592531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Walk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443472" y="612648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check-in timer whose expiry is itself the alarm.</a:t>
            </a:r>
            <a:endParaRPr lang="en-US" sz="950" dirty="0"/>
          </a:p>
        </p:txBody>
      </p:sp>
      <p:pic>
        <p:nvPicPr>
          <p:cNvPr id="16" name="Image 3" descr="C:\Users\mehta\AppData\Local\Temp\claude\c--Users-mehta-OneDrive-Desktop-Vibhor\e4bf9914-7cf6-4b99-a4ac-c02ee6891b3d\scratchpad\shots\accessibil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1115568"/>
            <a:ext cx="2240280" cy="47640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81744" y="592531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381744" y="612648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 or English voice, larger text, high contrast.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69848" y="310896"/>
            <a:ext cx="8311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Two-stage classification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878824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60" kern="0" dirty="0">
                <a:solidFill>
                  <a:srgbClr val="8582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DIFFERENTIATOR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1055096" cy="25603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· Bhand Coders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emergency system that stops working when an API key expires is not an emergency system. So the AI never sits on the critical path.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1783080"/>
            <a:ext cx="5943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846"/>
              </a:lnSpc>
              <a:buSzPct val="100000"/>
              <a:buChar char="–"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 — rule engine.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deterministic keyword scan that always runs and cannot fail. English, Hindi and romanised Hinglish.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 — AI second opinion.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prompt to Claude or GPT under a hard 4-second timeout, swappable with one environment variable.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more severe verdict wins.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can escalate a report; it can never talk the system down from a rule-matched emergency.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160520"/>
            <a:ext cx="5943600" cy="1005840"/>
          </a:xfrm>
          <a:prstGeom prst="rect">
            <a:avLst/>
          </a:prstGeom>
          <a:solidFill>
            <a:srgbClr val="FDEC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4160520"/>
            <a:ext cx="4572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4215384"/>
            <a:ext cx="55595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During the build our OpenAI key ran out of credit mid-demo. The alert still went out, correctly marked CRITICAL — by design, not by luck.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1097280"/>
            <a:ext cx="4764024" cy="3429000"/>
          </a:xfrm>
          <a:prstGeom prst="rect">
            <a:avLst/>
          </a:prstGeom>
          <a:solidFill>
            <a:srgbClr val="F6F5F4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2592" y="1207008"/>
            <a:ext cx="4434840" cy="3209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  "Student collapsed near the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stairs and is not breathing"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rule_priority    critical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rule_matched     ["not breathing","collapsed"]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ai_priority      null      (429 no credit)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final_priority   critical  &lt;- rules carried it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         delivered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Hindi, same pipeline ---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"छात्र बेहोश है और खून बह रहा है"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rule_priority    critical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7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final_priority   critical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4645152"/>
            <a:ext cx="47640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latent bug we caught here: the text normaliser stripped every non-ASCII character, which silently blanked Devanagari and would have scored a real emergency as normal.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69848" y="310896"/>
            <a:ext cx="8311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Nobody answered. Now what?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55096" cy="25603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· Bhand Coders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078992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systems stop at “notification sent”. Aegis treats silence as a failure state.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5096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3657600"/>
                <a:gridCol w="328269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TRIGGER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RECORDED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 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Medical + Security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classification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escalations row + timeline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 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 + Warden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60s unacknowledged (critical)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Re-notified on Telegram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 3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Warden + Admin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further threshold passes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2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audit trail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291840"/>
            <a:ext cx="11055096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846"/>
              </a:lnSpc>
              <a:buSzPct val="100000"/>
              <a:buChar char="–"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Thresholds scale with severity —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60s critical, 180s urgent, 600s normal.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Idempotent by construction.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tier is paged exactly once, enforced by the escalations table, so five open dashboards cannot page a warden five times.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countdown is visible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every card — “Escalates in 23s” — so responders see the clock they are racing.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the deadline sounds an alarm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dashboard, not just a silent database row.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69848" y="310896"/>
            <a:ext cx="8311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Built for everyone on campus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878824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60" kern="0" dirty="0">
                <a:solidFill>
                  <a:srgbClr val="8582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ACCESSIBILITY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1055096" cy="25603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· Bhand Coders</a:t>
            </a:r>
            <a:endParaRPr lang="en-US" sz="900" dirty="0"/>
          </a:p>
        </p:txBody>
      </p:sp>
      <p:pic>
        <p:nvPicPr>
          <p:cNvPr id="7" name="Image 0" descr="C:\Users\mehta\AppData\Local\Temp\claude\c--Users-mehta-OneDrive-Desktop-Vibhor\e4bf9914-7cf6-4b99-a4ac-c02ee6891b3d\scratchpad\shots\accessi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15568"/>
            <a:ext cx="2240280" cy="4764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08960" y="1133856"/>
            <a:ext cx="8513064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775"/>
              </a:lnSpc>
              <a:buSzPct val="100000"/>
              <a:buChar char="–"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Hindi, spoken and understood.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Dictate in Hindi and hear updates read back in Hindi. The classifier reads Devanagari and Hinglish, so “बेहोश” and “behosh” both trigger critical.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blind users.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announcements read every status change aloud, with aria-live regions and accessible names that match their visible labels so voice control can reach them.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Hands-free reporting.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 instead of typing — for someone who cannot see the screen, and for anyone whose hands are dealing with the emergency.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Larger text and high contrast,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per device with no account.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Lighthouse accessibility 100.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re-enabled pinch-zoom after measuring it was the only thing keeping the score below 100.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108960" y="5138928"/>
            <a:ext cx="8513064" cy="786384"/>
          </a:xfrm>
          <a:prstGeom prst="rect">
            <a:avLst/>
          </a:prstGeom>
          <a:solidFill>
            <a:srgbClr val="FDEC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08960" y="5138928"/>
            <a:ext cx="45720" cy="786384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0128" y="5193792"/>
            <a:ext cx="81290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chart palette was validated programmatically: green and amber separate by only ΔE 7 under protanopia, so every bar carries its label and count as text. Colour is never the only signal.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69848" y="310896"/>
            <a:ext cx="8311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When things go wrong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878824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60" kern="0" dirty="0">
                <a:solidFill>
                  <a:srgbClr val="8582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IS THE NORMAL CASE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1055096" cy="25603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· Bhand Coders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188720"/>
            <a:ext cx="35021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16736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NETWORK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outbox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1810512"/>
            <a:ext cx="31729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failed report is written to IndexedDB and sends itself when signal returns. The user sees “Saved — will send when online”.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188720"/>
            <a:ext cx="35021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1316736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DATA AT ALL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07992" y="1536192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and SMS fallback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07992" y="1810512"/>
            <a:ext cx="31729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permanent Call Security bar and a pre-filled emergency SMS, both working on cellular voice with zero data.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1188720"/>
            <a:ext cx="35021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316736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 BLOCKED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84464" y="1536192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Triple-redundant live sync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84464" y="1810512"/>
            <a:ext cx="31729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Realtime, plus a resync on every reconnect, plus polling. The screen cannot silently freeze.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730752"/>
            <a:ext cx="35021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58768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PROVIDER DOWN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4078224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engine carries 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4352544"/>
            <a:ext cx="31729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 never depends on a third party being up.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3730752"/>
            <a:ext cx="35021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3858768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REPORTS, ONE FIRE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07992" y="4078224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grouping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07992" y="4352544"/>
            <a:ext cx="31729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type, same block, inside 10 minutes folds into the original — one alert, shown as “Confirmed by 3 people”.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19872" y="3730752"/>
            <a:ext cx="35021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4464" y="3858768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ALARM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84464" y="4078224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10-second undo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84464" y="4352544"/>
            <a:ext cx="31729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reporter can withdraw immediately, until a responder acts on it.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69848" y="310896"/>
            <a:ext cx="8311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Safe Walk, and the responder 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55096" cy="25603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· Bhand Coders</a:t>
            </a:r>
            <a:endParaRPr lang="en-US" sz="900" dirty="0"/>
          </a:p>
        </p:txBody>
      </p:sp>
      <p:pic>
        <p:nvPicPr>
          <p:cNvPr id="6" name="Image 0" descr="C:\Users\mehta\AppData\Local\Temp\claude\c--Users-mehta-OneDrive-Desktop-Vibhor\e4bf9914-7cf6-4b99-a4ac-c02ee6891b3d\scratchpad\shots\safewa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33856"/>
            <a:ext cx="1920240" cy="4087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303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Walk — silence as the alarm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97480" y="1133856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633"/>
              </a:lnSpc>
              <a:buSzPct val="100000"/>
              <a:buChar char="–"/>
            </a:pPr>
            <a:r>
              <a:rPr lang="en-US" sz="11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student walking back alone starts a timer 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5 to 30 minutes — before setting off. Arriving safely takes one tap.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Silence is the alarm. 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timer expires with no check-in, Aegis raises a critical security incident automatically, at their last known GPS position, and pages tier 1. It is raised pre-classified, so it never waits on an AI call.</a:t>
            </a:r>
            <a:endParaRPr lang="en-US" sz="1150" dirty="0"/>
          </a:p>
        </p:txBody>
      </p:sp>
      <p:pic>
        <p:nvPicPr>
          <p:cNvPr id="9" name="Image 1" descr="C:\Users\mehta\AppData\Local\Temp\claude\c--Users-mehta-OneDrive-Desktop-Vibhor\e4bf9914-7cf6-4b99-a4ac-c02ee6891b3d\scratchpad\shots\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133856"/>
            <a:ext cx="1920240" cy="4087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6600" y="5303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Responder dashboard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235440" y="1133856"/>
            <a:ext cx="2386584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562"/>
              </a:lnSpc>
              <a:buSzPct val="100000"/>
              <a:buChar char="–"/>
            </a:pPr>
            <a:r>
              <a:rPr lang="en-US" sz="11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incident board, </a:t>
            </a:r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sorted by priority then by who has waited longest. Critical cards flash and sound an alarm until acknowledged.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Station-wide alerts. </a:t>
            </a:r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signed-in responder on any screen gets a takeover sheet, alarm and OS notification — one tap to the incident.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Acknowledge sends their position, </a:t>
            </a:r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the reporter sees a real ETA.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</a:t>
            </a:r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campus schematic, the QR generator, and analytics on response times.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69848" y="310896"/>
            <a:ext cx="8311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What it is made of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878824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60" kern="0" dirty="0">
                <a:solidFill>
                  <a:srgbClr val="8582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1055096" cy="25603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· Bhand Coders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53995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61872"/>
            <a:ext cx="50703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481328"/>
            <a:ext cx="5070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14 · App Router · TypeScript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1755648"/>
            <a:ext cx="50703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Server Components with the public screens statically rendered, so they paint instantly. Strict TypeScript throughout.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22492" y="1133856"/>
            <a:ext cx="53995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7084" y="1261872"/>
            <a:ext cx="50703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87084" y="1481328"/>
            <a:ext cx="5070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87084" y="1755648"/>
            <a:ext cx="50703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white-ground design system with safe-area insets, 48px touch targets and no hover states — every control designed for a thumb.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505456"/>
            <a:ext cx="53995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33472"/>
            <a:ext cx="50703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1520" y="2852928"/>
            <a:ext cx="5070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— Postgres, Realtime, Auth, Storage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3127248"/>
            <a:ext cx="50703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Level Security on every table, live subscriptions, magic-link auth and an image bucket for photo evidence.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22492" y="2505456"/>
            <a:ext cx="53995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7084" y="2633472"/>
            <a:ext cx="50703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INTELLIGENCE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87084" y="2852928"/>
            <a:ext cx="5070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engine + OpenAI / Anthropic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87084" y="3127248"/>
            <a:ext cx="50703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swappable with a single environment variable, behind a hard timeout and a deterministic fallback.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3877056"/>
            <a:ext cx="53995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05072"/>
            <a:ext cx="50703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4224528"/>
            <a:ext cx="5070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Bot API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1520" y="4498848"/>
            <a:ext cx="50703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Routed by campus and role, with priority emoji, location, description and a deep link. No Twilio, no Firebase.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22492" y="3877056"/>
            <a:ext cx="53995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7084" y="4005072"/>
            <a:ext cx="50703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87084" y="4224528"/>
            <a:ext cx="5070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 on Vercel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87084" y="4498848"/>
            <a:ext cx="50703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 on iOS and Android, Workbox service worker, offline app shell and IndexedDB outbox.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248656"/>
            <a:ext cx="53995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376672"/>
            <a:ext cx="50703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APIS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1520" y="5596128"/>
            <a:ext cx="5070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Speech · WebAudio · Geolocation · Vibration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31520" y="5870448"/>
            <a:ext cx="50703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Speech synthesis and recognition, a generated siren, positions for ETA, haptics where allowed.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22492" y="5248656"/>
            <a:ext cx="53995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7084" y="5376672"/>
            <a:ext cx="50703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CODEGEN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87084" y="5596128"/>
            <a:ext cx="5070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qrcode · custom PNG encoder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87084" y="5870448"/>
            <a:ext cx="50703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Server-rendered QR codes, and app icons generated by a pure-Node PNG encoder we wrote — no image library.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69848" y="310896"/>
            <a:ext cx="8311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Try it yourself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11055096" cy="25603"/>
          </a:xfrm>
          <a:prstGeom prst="rect">
            <a:avLst/>
          </a:prstGeom>
          <a:solidFill>
            <a:srgbClr val="1716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ASMT Aegis · Bhand Coders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the QR code on the table, or open asmt-aegis.vercel.app on your phone.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19659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installs to your home screen. File a report and watch it classify, alert and escalate in real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6766560" cy="1005840"/>
          </a:xfrm>
          <a:prstGeom prst="rect">
            <a:avLst/>
          </a:prstGeom>
          <a:solidFill>
            <a:srgbClr val="FDEC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697480"/>
            <a:ext cx="4572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752344"/>
            <a:ext cx="63825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Aegis is not a form that emails somebody. It is a system that decides how urgent something is, pages the right person, and refuses to let silence be the outcome.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1188720"/>
            <a:ext cx="3849624" cy="3200400"/>
          </a:xfrm>
          <a:prstGeom prst="rect">
            <a:avLst/>
          </a:prstGeom>
          <a:solidFill>
            <a:srgbClr val="F6F5F4"/>
          </a:solidFill>
          <a:ln w="12700">
            <a:solidFill>
              <a:srgbClr val="DEDC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13716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582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01000" y="159105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1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Bhand Coders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001000" y="210312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582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01000" y="234086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Vibhor Mehta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Devanshu Gupta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7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Sunny Gujjar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01000" y="33467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582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0100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A.S.M.T. Hackathon 2K26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502920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2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Anangpuria School of Management and Technology  ·  Bhawani Shanker Anangpuria Charitable Trust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Anangpuria School of Management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ASMT Aegis</dc:title>
  <dc:subject>A.S.M.T. Hackathon 2K26</dc:subject>
  <dc:creator>Bhand Coders</dc:creator>
  <cp:lastModifiedBy>Bhand Coders</cp:lastModifiedBy>
  <cp:revision>1</cp:revision>
  <dcterms:created xsi:type="dcterms:W3CDTF">2026-09-17T09:38:21Z</dcterms:created>
  <dcterms:modified xsi:type="dcterms:W3CDTF">2026-09-17T09:38:21Z</dcterms:modified>
</cp:coreProperties>
</file>