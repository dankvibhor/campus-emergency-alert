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1323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A.S.M.T. HACKATHON 2K26     ·     TEAM BHAND CODERS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76072" y="1097280"/>
            <a:ext cx="8595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ASMT Aegis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 emergency response for a three-block college.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a QR code, hold one button — the right responder is paged in seconds, with the urgency already judged.</a:t>
            </a:r>
            <a:endParaRPr lang="en-US" sz="1500" dirty="0"/>
          </a:p>
        </p:txBody>
      </p:sp>
      <p:pic>
        <p:nvPicPr>
          <p:cNvPr id="6" name="Image 0" descr="C:\Users\mehta\AppData\Local\Temp\claude\c--Users-mehta-OneDrive-Desktop-Vibhor\e4bf9914-7cf6-4b99-a4ac-c02ee6891b3d\scratchpad\deck5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960120"/>
            <a:ext cx="1767577" cy="36173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206240"/>
            <a:ext cx="2639568" cy="178308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352544"/>
            <a:ext cx="2273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" y="4590288"/>
            <a:ext cx="2273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Bhand Coders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480816" y="4206240"/>
            <a:ext cx="2639568" cy="178308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63696" y="4352544"/>
            <a:ext cx="2273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BY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63696" y="4608576"/>
            <a:ext cx="227380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Vibhor Mehta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Devanshu Gupta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Sunny Gujjar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21552" y="4206240"/>
            <a:ext cx="2639568" cy="178308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4432" y="4352544"/>
            <a:ext cx="2273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NOW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504432" y="4608576"/>
            <a:ext cx="227380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asmt-aegis.vercel.app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Anangpuria School of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 &amp; 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64282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Why a form is not enough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987552"/>
            <a:ext cx="10908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blocks. One shared WhatsApp group. No record, no priority, no ownership.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481328"/>
            <a:ext cx="347776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81328"/>
            <a:ext cx="3477768" cy="41148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682496"/>
            <a:ext cx="3075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knows the number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41248" y="1975104"/>
            <a:ext cx="3075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student in an emergency is scrolling contacts for a warden's number they never saved.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55592" y="1481328"/>
            <a:ext cx="347776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5592" y="1481328"/>
            <a:ext cx="3477768" cy="41148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56760" y="1682496"/>
            <a:ext cx="3075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details are lost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56760" y="1975104"/>
            <a:ext cx="3075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phone call leaves no record of which block, which floor, or what was actually said.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71104" y="1481328"/>
            <a:ext cx="347776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71104" y="1481328"/>
            <a:ext cx="3477768" cy="41148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2272" y="1682496"/>
            <a:ext cx="3075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looks equally urgent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72272" y="1975104"/>
            <a:ext cx="3075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sprained ankle and someone who has stopped breathing arrive in the same group, in the same font.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054096"/>
            <a:ext cx="347776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054096"/>
            <a:ext cx="3477768" cy="41148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3255264"/>
            <a:ext cx="3075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owns 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3547872"/>
            <a:ext cx="3075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first person contacted is teaching or asleep, nothing escalates. The report just sits there.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55592" y="3054096"/>
            <a:ext cx="347776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55592" y="3054096"/>
            <a:ext cx="3477768" cy="41148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6760" y="3255264"/>
            <a:ext cx="3075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reporter is left blind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56760" y="3547872"/>
            <a:ext cx="30754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way to tell whether help is coming, so they call again. And again.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138928"/>
            <a:ext cx="10908792" cy="731520"/>
          </a:xfrm>
          <a:prstGeom prst="rect">
            <a:avLst/>
          </a:prstGeom>
          <a:solidFill>
            <a:srgbClr val="FDEC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5138928"/>
            <a:ext cx="45720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184648"/>
            <a:ext cx="105064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 we target is between “something has happened” and “the right person knows, and has confirmed they are on the way.”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How a report becomes a response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39912" y="411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TO END IN UNDER A MINUTE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4672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QR code posted in the block opens the form with the location already filled in.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14956" y="2194560"/>
            <a:ext cx="164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88692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284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3284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3284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3284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type, describe it by typing or voice, add a photo. Hold SOS for two seconds.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63568" y="2194560"/>
            <a:ext cx="164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37304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01896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01896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01896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01896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engine runs first and always. AI adds a second opinion under a 4-second timeout.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012180" y="2194560"/>
            <a:ext cx="164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85916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0508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0508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0508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0508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alert to the on-duty responders for that block and role.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0792" y="2194560"/>
            <a:ext cx="164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34528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99120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99120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99120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199120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reporter watches the live timeline and sees an ETA once someone accepts.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709404" y="2194560"/>
            <a:ext cx="164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883140" y="1234440"/>
            <a:ext cx="1665732" cy="228600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47732" y="1417320"/>
            <a:ext cx="347472" cy="310896"/>
          </a:xfrm>
          <a:prstGeom prst="roundRect">
            <a:avLst>
              <a:gd name="adj" fmla="val 23529"/>
            </a:avLst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47732" y="1417320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47732" y="1828800"/>
            <a:ext cx="13365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047732" y="2139696"/>
            <a:ext cx="133654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acknowledgement in 60 seconds? It pages the next tier by itself.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3886200"/>
            <a:ext cx="41148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6384" y="3849624"/>
            <a:ext cx="24300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15s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86384" y="4343400"/>
            <a:ext cx="24300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file a report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417570" y="3886200"/>
            <a:ext cx="41148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63874" y="3849624"/>
            <a:ext cx="24300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3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3563874" y="4343400"/>
            <a:ext cx="24300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escalation tiers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95060" y="3886200"/>
            <a:ext cx="41148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41364" y="3849624"/>
            <a:ext cx="24300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2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6341364" y="4343400"/>
            <a:ext cx="24300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languages, spoken and understood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972550" y="3886200"/>
            <a:ext cx="41148" cy="804672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18854" y="3849624"/>
            <a:ext cx="24300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9118854" y="4343400"/>
            <a:ext cx="24300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logins needed to report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40080" y="5138928"/>
            <a:ext cx="10908792" cy="731520"/>
          </a:xfrm>
          <a:prstGeom prst="rect">
            <a:avLst/>
          </a:prstGeom>
          <a:solidFill>
            <a:srgbClr val="FDEC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0080" y="5138928"/>
            <a:ext cx="45720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9536" y="5184648"/>
            <a:ext cx="1050645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degrades gracefully: classification survives the AI being down, alerts survive a responder being offline, and the report itself survives having no network at all.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The app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39912" y="411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CAPTURED FROM THE LIVE DEPLOYMENT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pic>
        <p:nvPicPr>
          <p:cNvPr id="7" name="Image 0" descr="C:\Users\mehta\AppData\Local\Temp\claude\c--Users-mehta-OneDrive-Desktop-Vibhor\e4bf9914-7cf6-4b99-a4ac-c02ee6891b3d\scratchpad\deck5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4128"/>
            <a:ext cx="1921279" cy="3931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5065776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" y="5321808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oversized action</a:t>
            </a:r>
            <a:endParaRPr lang="en-US" sz="1000" dirty="0"/>
          </a:p>
        </p:txBody>
      </p:sp>
      <p:pic>
        <p:nvPicPr>
          <p:cNvPr id="10" name="Image 1" descr="C:\Users\mehta\AppData\Local\Temp\claude\c--Users-mehta-OneDrive-Desktop-Vibhor\e4bf9914-7cf6-4b99-a4ac-c02ee6891b3d\scratchpad\deck5\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918" y="1024128"/>
            <a:ext cx="1921279" cy="3931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15878" y="5065776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an emergency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315878" y="5321808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Location pre-filled by QR</a:t>
            </a:r>
            <a:endParaRPr lang="en-US" sz="1000" dirty="0"/>
          </a:p>
        </p:txBody>
      </p:sp>
      <p:pic>
        <p:nvPicPr>
          <p:cNvPr id="13" name="Image 2" descr="C:\Users\mehta\AppData\Local\Temp\claude\c--Users-mehta-OneDrive-Desktop-Vibhor\e4bf9914-7cf6-4b99-a4ac-c02ee6891b3d\scratchpad\deck5\safewa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55" y="1024128"/>
            <a:ext cx="1921279" cy="3931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11715" y="5065776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Walk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311715" y="5321808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timer that alarms on silence</a:t>
            </a:r>
            <a:endParaRPr lang="en-US" sz="1000" dirty="0"/>
          </a:p>
        </p:txBody>
      </p:sp>
      <p:pic>
        <p:nvPicPr>
          <p:cNvPr id="16" name="Image 3" descr="C:\Users\mehta\AppData\Local\Temp\claude\c--Users-mehta-OneDrive-Desktop-Vibhor\e4bf9914-7cf6-4b99-a4ac-c02ee6891b3d\scratchpad\deck5\accessibil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7593" y="1024128"/>
            <a:ext cx="1921279" cy="39319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307553" y="5065776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9307553" y="5321808"/>
            <a:ext cx="25613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voice, large text, contrast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Installable on iOS and Android — no app store. Anonymous reporting, optional photo evidence, and voice input for anyone who cannot type or see the screen.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The part that makes it smart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39912" y="411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PART THAT MAKES IT RELIABLE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5852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STAGES, AND THE RULE THAT COMBINES THEM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58521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ts val="1656"/>
              </a:lnSpc>
              <a:buSzPct val="100000"/>
              <a:buChar char="–"/>
            </a:pPr>
            <a:r>
              <a:rPr lang="en-US" sz="11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 — rule engine. </a:t>
            </a:r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deterministic keyword scan that always runs and cannot fail. Reads English, Hindi (Devanagari) and romanised Hinglish, so “बेहोश” and “behosh” both trigger critical.</a:t>
            </a:r>
            <a:endParaRPr lang="en-US" sz="1150" dirty="0"/>
          </a:p>
          <a:p>
            <a:pPr indent="0" marL="0">
              <a:lnSpc>
                <a:spcPts val="1656"/>
              </a:lnSpc>
              <a:buNone/>
            </a:pPr>
            <a:endParaRPr lang="en-US" sz="1150" dirty="0"/>
          </a:p>
          <a:p>
            <a:pPr indent="0" marL="0">
              <a:lnSpc>
                <a:spcPts val="1656"/>
              </a:lnSpc>
              <a:buNone/>
            </a:pPr>
            <a:r>
              <a:rPr lang="en-US" sz="11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 — AI second opinion. </a:t>
            </a:r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prompt with the type, description, location and time, under a hard 4-second timeout. Provider swappable between OpenAI and Anthropic with one environment variable.</a:t>
            </a:r>
            <a:endParaRPr lang="en-US" sz="1150" dirty="0"/>
          </a:p>
          <a:p>
            <a:pPr indent="0" marL="0">
              <a:lnSpc>
                <a:spcPts val="1656"/>
              </a:lnSpc>
              <a:buNone/>
            </a:pPr>
            <a:endParaRPr lang="en-US" sz="1150" dirty="0"/>
          </a:p>
          <a:p>
            <a:pPr indent="0" marL="0">
              <a:lnSpc>
                <a:spcPts val="1656"/>
              </a:lnSpc>
              <a:buNone/>
            </a:pPr>
            <a:r>
              <a:rPr lang="en-US" sz="11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= MAX(rule, ai). </a:t>
            </a:r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can raise a report's priority, but it can never talk the system down from a rule-matched emergency.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343400"/>
            <a:ext cx="5852160" cy="1051560"/>
          </a:xfrm>
          <a:prstGeom prst="rect">
            <a:avLst/>
          </a:prstGeom>
          <a:solidFill>
            <a:srgbClr val="FDEC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4343400"/>
            <a:ext cx="45720" cy="1051560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4389120"/>
            <a:ext cx="544982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AI key ran out of credit mid-build. The alert still went out, correctly marked CRITICAL — because the rule engine never depended on it. That is the design working, not a lucky escape.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1005840"/>
            <a:ext cx="4690872" cy="4389120"/>
          </a:xfrm>
          <a:prstGeom prst="rect">
            <a:avLst/>
          </a:prstGeom>
          <a:solidFill>
            <a:srgbClr val="F7F6F5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77456" y="1188720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OUTPUT FROM THE DEPLOYED SYSTEM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077456" y="148132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  "Student collapsed near the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stairs and is not breathing"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rule_priority    critical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rule_matched     ["not breathing",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"collapsed"]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ai_priority      null   (429, no credit)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final_priority   critical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telegram         delivered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 same pipeline, Hindi ──────────────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  "छात्र बेहोश है और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खून बह रहा है"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rule_priority    critical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71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final_priority   critical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The responder side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39912" y="411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ALERT ACTUALLY LANDS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pic>
        <p:nvPicPr>
          <p:cNvPr id="7" name="Image 0" descr="C:\Users\mehta\AppData\Local\Temp\claude\c--Users-mehta-OneDrive-Desktop-Vibhor\e4bf9914-7cf6-4b99-a4ac-c02ee6891b3d\scratchpad\deck5\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4128"/>
            <a:ext cx="1825215" cy="37353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4841748"/>
            <a:ext cx="2465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incident board</a:t>
            </a:r>
            <a:endParaRPr lang="en-US" sz="1050" dirty="0"/>
          </a:p>
        </p:txBody>
      </p:sp>
      <p:pic>
        <p:nvPicPr>
          <p:cNvPr id="9" name="Image 1" descr="C:\Users\mehta\AppData\Local\Temp\claude\c--Users-mehta-OneDrive-Desktop-Vibhor\e4bf9914-7cf6-4b99-a4ac-c02ee6891b3d\scratchpad\deck5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495" y="1024128"/>
            <a:ext cx="1825215" cy="37353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02455" y="4841748"/>
            <a:ext cx="24652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 analytics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2070" y="1024128"/>
            <a:ext cx="6206802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ts val="1584"/>
              </a:lnSpc>
              <a:buSzPct val="100000"/>
              <a:buChar char="–"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Sorted by priority, then by who has waited longest.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cards flash and sound a looping alarm until someone acknowledges.</a:t>
            </a: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Acknowledge captures the responder's position,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the reporter immediately sees a real distance-based ETA instead of an open-ended “on the way”.</a:t>
            </a: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Interrupts staff on any screen.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signed-in responder gets a takeover alert and an OS notification wherever they are in the app — one tap to the incident.</a:t>
            </a: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 grouping.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people reporting one fire produce one alert, shown as “Confirmed by 5 people” — not five separate pages.</a:t>
            </a: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that matter operationally: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time to acknowledge and to resolve, broken down by block, type and hour of day.</a:t>
            </a: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endParaRPr lang="en-US" sz="1100" dirty="0"/>
          </a:p>
          <a:p>
            <a:pPr indent="0" marL="0">
              <a:lnSpc>
                <a:spcPts val="1584"/>
              </a:lnSpc>
              <a:buNone/>
            </a:pPr>
            <a:r>
              <a:rPr lang="en-US" sz="11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generator built in </a:t>
            </a:r>
            <a:pPr indent="0" marL="0">
              <a:lnSpc>
                <a:spcPts val="1584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print every location code, four to a page, and post them around campus.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Designed for the day it fails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39912" y="4114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 AND ACCESS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40080" y="1024128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207008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NETWORK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463040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outbox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1755648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failed report is stored in IndexedDB and sends itself the moment signal returns.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55592" y="1024128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6760" y="1207008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DATA AT ALL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56760" y="1463040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and SMS fallback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56760" y="1755648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permanent Call Security bar and a pre-filled emergency SMS, both working on cellular voice.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71104" y="1024128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2272" y="1207008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SOCKET BLOCKED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72272" y="1463040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Triple-redundant sync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72272" y="1755648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Realtime, plus a resync on every reconnect, plus polling. The screen cannot silently freeze.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072384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255264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UNAVAILABLE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" y="3511296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engine carries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" y="3803904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Classification never depends on a third-party API being up or funded.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55592" y="3072384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6760" y="3255264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SEE THE SCREEN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56760" y="3511296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accessibility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56760" y="3803904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read aloud in Hindi or English, dictation instead of typing, large text and high contrast.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71104" y="3072384"/>
            <a:ext cx="34777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2272" y="3255264"/>
            <a:ext cx="30754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ASK FOR HELP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72272" y="3511296"/>
            <a:ext cx="30754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Walk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2272" y="3803904"/>
            <a:ext cx="30754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missed check-in raises a critical incident automatically at the walker's last known position.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5248656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Lighthouse on the live site:  97 performance  ·  100 accessibility  ·  100 best practices  ·  100 SEO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1060704" y="301752"/>
            <a:ext cx="77998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7161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Built with, and how to try it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786384"/>
            <a:ext cx="10908792" cy="23774"/>
          </a:xfrm>
          <a:prstGeom prst="rect">
            <a:avLst/>
          </a:prstGeom>
          <a:solidFill>
            <a:srgbClr val="1716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282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ASMT Aegis   ·   Bhand Coders   ·   asmt-aegis.vercel.app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298448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389888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6384" y="1609344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14 · TypeScript · Tailwind CSS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11880" y="1298448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58184" y="1389888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58184" y="1609344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PostgreSQL · Row Level Security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084832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176272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REALTIME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6384" y="2395728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Realtime + polling fallback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0" y="2084832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58184" y="2176272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58184" y="2395728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OpenAI / Anthropic, swappable by env var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71216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2962656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" y="3182112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Bot API, routed by block and role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11880" y="2871216"/>
            <a:ext cx="2788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58184" y="2962656"/>
            <a:ext cx="249631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58184" y="3182112"/>
            <a:ext cx="2496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Installable PWA, deployed on Vercel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WORKING, END TO END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4133088"/>
            <a:ext cx="5760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lnSpc>
                <a:spcPts val="1512"/>
              </a:lnSpc>
              <a:buSzPct val="100000"/>
              <a:buChar char="–"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Rule-engine classification in English, Hindi and Hinglish</a:t>
            </a: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alerts, three-tier auto-escalation, duplicate grouping</a:t>
            </a: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tracking, responder ETA, Safe Walk, offline outbox, analytics</a:t>
            </a: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endParaRPr lang="en-US" sz="1050" dirty="0"/>
          </a:p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deep links, anonymous reporting, photo and voice input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766560" y="1005840"/>
            <a:ext cx="4782312" cy="2514600"/>
          </a:xfrm>
          <a:prstGeom prst="rect">
            <a:avLst/>
          </a:prstGeom>
          <a:solidFill>
            <a:srgbClr val="FDEC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04304" y="1207008"/>
            <a:ext cx="4306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IN 60 SECONDS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004304" y="1517904"/>
            <a:ext cx="430682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  Open asmt-aegis.vercel.app on your phone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  Tap Report, choose a type, describe it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  Hold SOS for two seconds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   Watch it classify and notify, live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   Open /dashboard and tap Acknowledge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66560" y="3703320"/>
            <a:ext cx="478231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0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3895344"/>
            <a:ext cx="4306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BHAND CODERS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04304" y="4169664"/>
            <a:ext cx="43068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Vibhor Mehta</a:t>
            </a: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Devanshu Gupta</a:t>
            </a:r>
            <a:endParaRPr lang="en-US" sz="14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50" b="1" dirty="0">
                <a:solidFill>
                  <a:srgbClr val="1716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Sunny Gujjar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04304" y="5230368"/>
            <a:ext cx="4306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2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Anangpuria School of Management and Technology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Anangpuria School of Management and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ASMT Aegis</dc:title>
  <dc:subject>A.S.M.T. Hackathon 2K26</dc:subject>
  <dc:creator>Bhand Coders</dc:creator>
  <cp:lastModifiedBy>Bhand Coders</cp:lastModifiedBy>
  <cp:revision>1</cp:revision>
  <dcterms:created xsi:type="dcterms:W3CDTF">2026-09-17T10:56:21Z</dcterms:created>
  <dcterms:modified xsi:type="dcterms:W3CDTF">2026-09-17T10:56:21Z</dcterms:modified>
</cp:coreProperties>
</file>